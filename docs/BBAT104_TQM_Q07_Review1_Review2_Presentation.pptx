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069848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Inventory Management System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Improving Data Accuracy Using Total Quality Management (Q07)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SRS Review 1 &amp; Review 2 Presentation: Process, Architecture, Poka-Yoke &amp; TQM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23774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584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STUDENT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1480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Dheeraj Khetwal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Lead Developer &amp; TQM Analyst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3474720"/>
            <a:ext cx="23774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584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11480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BBAT104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Fundamentals of TQM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3474720"/>
            <a:ext cx="23774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584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ACADEMIC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11480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2026–27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Undergraduate Project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3474720"/>
            <a:ext cx="23774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35844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ASSIGNED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4114800"/>
            <a:ext cx="2103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Goal Q07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Improve Data Accuracy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1 — SETUP &amp; 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Vision, Mission &amp; Quality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Setting the foundational quality philosophy for the software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A zero-defect warehouse inventory ecosystem where no incorrect, duplicate, or unverified stock entry ever enters the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556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Build a production-grade desktop application that validates inputs at the gate (Poka-Yoke), locks processes, and preserves immutable audit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7556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QUALITY OBJECTIVE (Q07)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8FAFC"/>
                </a:solidFill>
              </a:defRPr>
            </a:pPr>
            <a:r>
              <a:t>1. Error prevention at source (Input Masking)</a:t>
            </a:r>
            <a:br/>
            <a:r>
              <a:t>2. Process control (Controlled Categories &amp; Transactions)</a:t>
            </a:r>
            <a:br/>
            <a:r>
              <a:t>3. Monitoring &amp; Traceability (Audit Logs &amp; TQM Charts)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1 — SETUP &amp; 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Baseline Understanding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Quantifying the Cost of Poor Quality (COPQ) in traditional inventory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BASELINE PROBLEMS IN LEGACY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Negative &amp; Decimal Quantities: Operators enter '-10' or '12.5', corrupting inventory ledgers.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Unchecked Monetary Fields: Strings or zero-prices entered during rapid invoice receiving.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Fragmented Categories: Free text allows 'elec', 'Electronic', 'ELECT' to split reporting.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Duplicate Identifiers: Accidental duplicate SKUs cause barcode scan failures and orphaned stock.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Untracked Stock Variances: Manual stock write-offs without supervisor sign-off or recorded reasons.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Accidental Deletions: One click permanently wipes historical catalog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TQM QUALITY GOAL Q07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✓ Poka-Yoke Input Gates: ProductValidator rejects malformed entries before reaching SQLite.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✓ Controlled Taxonomies: 6 standard master categories in OptionMenu; manual typing blocked.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✓ Automated Barcode Masking: Uppercase SKU regex enforcement (^[A-Z0-9-]{3,20}$).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✓ Confirmation Modals: Explicit impact summary before any delete or stock adjustment.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✓ Transactional Audit Trail: Immutable audit_logs table storing JSON diffs of old &amp; new values.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✓ Deming PDCA Loop: Measured defect data continuously feeds Pareto, FMEA, and CTQ scorecards.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1 — SETUP &amp; 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Three Quality Ideas Behind the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The TQM engineering pillars powering the entire software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ERROR PREVENTION AT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3017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2563EB"/>
                </a:solidFill>
              </a:defRPr>
            </a:pPr>
            <a:r>
              <a:t>TQM Pillar: POKA-YOKE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Blank names blocked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Negative quantity blocked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Duplicate SKU blocked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Decimal in quantity blocked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Non-positive price blocked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556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PROCESS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017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</a:defRPr>
            </a:pPr>
            <a:r>
              <a:t>TQM Pillar: STANDARDIZATION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One path for all work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Controlled category dropdown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Mandatory adjustment reasons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Atomic ACID transactions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UI cannot bypass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7556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MONITORING &amp; TRACEABILITY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0175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0B981"/>
                </a:solidFill>
              </a:defRPr>
            </a:pPr>
            <a:r>
              <a:t>TQM Pillar: SEE AND TRACE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Real-time Dashboard alerts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Immutable JSON audit logs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Defect checksheets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Pareto 80/20 root cause chart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• Live CTQ scorecard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1 — SETUP &amp; 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Scope &amp; Stakeholder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Clear separation of user responsibilities aligned with quality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WAREHOUSE RECEIVING CLERK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30175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Primary Task: Register new goods inward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Input: Supplier note, item name, SKU, price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Guards: Poka-Yoke regex &amp; dropdown selection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Cannot do: Delete catalog items, bypass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556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STORE SUPERVISOR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0175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Primary Task: Stock allocations &amp; cycle counts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Action: Audited Stock Level Adjustment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Guards: Mandatory reason selection &amp; confirmation modal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Result: Generates movement transaction &amp; audit 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755648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QUALITY AUDITOR &amp; TQM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86000"/>
            <a:ext cx="30175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Primary Task: Verify data integrity &amp; analytics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Tools: CTQ Scorecard, Pareto 80/20, FMEA, PDCA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Access: Read-only inspection of JSON audit logs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Outcome: Drive continuous improvement cycles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1 — SETUP &amp; 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Measurable Requirements (Viva Metrics)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Translating qualitative stakeholder needs into empirical numbers we can 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00400"/>
                <a:gridCol w="2377440"/>
                <a:gridCol w="2743200"/>
              </a:tblGrid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Quality Need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Measurable Requirement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Target Metric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</a:defRPr>
                      </a:pPr>
                      <a:r>
                        <a:t>How It Is Enforced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 Negative Stock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Negative quantity entry attempts blocked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Rejection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ProductValidator + SQLite CHECK (qty &gt;= 0)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 Duplicate SKUs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Number of duplicate SKU registrations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Exactly 0 duplicates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Pre-save query + SQLite UNIQUE constraint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Clean Taxonomy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Compliance to 6 master category choices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Compliance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Controlled CTkOptionMenu dropdown list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Trace Every Change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Catalog edits &amp; adjustments audited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100% Audit Coverage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Atomic transaction writes to audit_logs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Fast Product Find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Debounced auto-complete suggestion delay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&lt; 200 milliseconds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180ms debounce + indexed SQLite query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Prevent Accidental Loss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Unconfirmed deletion &amp; adjustment events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</a:defRPr>
                      </a:pPr>
                      <a:r>
                        <a:t>0 Unconfirmed Events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CustomTkinter ConfirmDialog modal window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1 — SETUP &amp; 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Measurable Quality Objectives (O1 to O5)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Formal quality objectives mandated for Course BBAT104 project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O1: ZERO INVALID DATABASE ENTRIES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100% of invalid inputs (empty name, negative stock, decimal qty, non-positive price, bad SKU) are rejected before persistence.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O2: 100% RELATIONAL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Zero duplicate SKUs or product IDs. Foreign keys enforced across products, stock_movements, and audit_logs.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41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O3: 100% AUDIT TRAIL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Every product creation, update, deletion, and stock adjustment generates an immutable JSON diff snapshot.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041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O4: TRANSACTIONAL ATOMICITY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Multi-table modifications save completely or roll back entirely. Zero partial writes or broken audit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1 — SETUP &amp; 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Assigned Quality Goal Q07 — 5 Mandatory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Core features mandated by the university for Quality Goal Q07 (Improve Data Accuracy)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FEATURE 1: INPUT MASKING &amp; STRICT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Poka-Yoke regex mask for SKU (^[A-Z0-9-]{3,20}$), integer-only quantities, positive unit price (&gt; 0.00), whitespace normalizer.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700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FEATURE 2: CONTROLLED DROPDOWN LISTS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Eliminates category spelling fragmentation. Restricts options to 6 standardized master categories in CustomTkinter OptionMenu.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844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FEATURE 3: SEARCH WITH AUTO-COMPLETE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180ms debounced search suggestion popover querying real database records by name or SKU to prevent duplicate catalog entries.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988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FEATURE 4: CONFIRMATION MODALS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CustomTkinter modal dialog displaying before/after impact summary before destructive deletions or sensitive stock adjustments.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132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FEATURE 5: TRANSACTIONAL AUDIT LOGGING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F8FAFC"/>
                </a:solidFill>
              </a:defRPr>
            </a:pPr>
            <a:r>
              <a:t>Dedicated audit_logs table storing JSON diffs of previous vs new values. Dedicated history screen with side-by-side JSON diff inspector.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1 — SETUP &amp; 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Crucial Viva Mapping (The Golden Formula)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How every software feature directly maps to a TQM principle and customer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920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3852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CUSTOMER 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60320"/>
            <a:ext cx="1691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Accurate, trustworthy inventory records that reflect physical warehouse reality.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1828800"/>
            <a:ext cx="1920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193852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MEASURABLE REQUIREMENT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60320"/>
            <a:ext cx="1691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Negative quantity attempts = 0, Duplicate SKUs = 0, Category compliance = 100%.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1828800"/>
            <a:ext cx="1920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93852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PROCESS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560320"/>
            <a:ext cx="1691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Validation gatekeeper blocks invalid forms; UI cannot bypass service rules.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28800"/>
            <a:ext cx="1920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193852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AUDIT &amp;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2560320"/>
            <a:ext cx="1691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JSON audit logs, real-time dashboard alerts, defect checksheets &amp; Pareto 80/20.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0" y="1828800"/>
            <a:ext cx="1920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20" y="193852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5. CONTINUOUS IMPROVEMENT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560320"/>
            <a:ext cx="1691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FMEA risk scoring (RPN = S*O*D) and Deming PDCA cycles eliminate recurring issues.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1 — SETUP &amp; 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SIPOC Process Map: Inventory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Defining process boundaries: Suppliers -&gt; Inputs -&gt; Process -&gt; Outputs -&gt;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pic>
        <p:nvPicPr>
          <p:cNvPr id="8" name="Picture 7" descr="sipoc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1 — SETUP &amp; 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Modular Folder Architecture &amp; SoC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Strict Separation of Concerns: Presentation, Business Logic, and SQLite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DIRECTORY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38BDF8"/>
                </a:solidFill>
                <a:latin typeface="Consolas"/>
              </a:defRPr>
            </a:pPr>
            <a:r>
              <a:t>Inventory_TQM_Project/</a:t>
            </a:r>
            <a:br/>
            <a:r>
              <a:t>├── main.py              # Application entry point</a:t>
            </a:r>
            <a:br/>
            <a:r>
              <a:t>├── app/</a:t>
            </a:r>
            <a:br/>
            <a:r>
              <a:t>│   ├── config.py        # System paths &amp; master categories</a:t>
            </a:r>
            <a:br/>
            <a:r>
              <a:t>│   ├── database/        # connection.py (WAL, FK) &amp; schema.py</a:t>
            </a:r>
            <a:br/>
            <a:r>
              <a:t>│   ├── models/          # product, audit_log, movement, tqm</a:t>
            </a:r>
            <a:br/>
            <a:r>
              <a:t>│   ├── services/        # product, inventory, audit, tqm</a:t>
            </a:r>
            <a:br/>
            <a:r>
              <a:t>│   ├── ui/              # app_window, theme, components, views</a:t>
            </a:r>
            <a:br/>
            <a:r>
              <a:t>│   └── utils/           # validators (Poka-Yoke) &amp; logger</a:t>
            </a:r>
            <a:br/>
            <a:r>
              <a:t>├── tests/               # 42 automated pytest test cases</a:t>
            </a:r>
            <a:br/>
            <a:r>
              <a:t>└── docs/                # 11 comprehensive TQM documents</a:t>
            </a:r>
            <a:br/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THE GOLDEN ARCHITECTURE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THE SCREEN MUST NEVER TALK TO THE DATABASE:</a:t>
            </a:r>
          </a:p>
          <a:p>
            <a:pPr>
              <a:spcAft>
                <a:spcPts val="800"/>
              </a:spcAft>
              <a:defRPr sz="1100" b="1">
                <a:solidFill>
                  <a:srgbClr val="38BDF8"/>
                </a:solidFill>
              </a:defRPr>
            </a:pPr>
            <a:r>
              <a:t>UI Layer (CTk) -&gt; Service Layer -&gt; Model / Database</a:t>
            </a:r>
          </a:p>
          <a:p>
            <a:pPr>
              <a:spcAft>
                <a:spcPts val="800"/>
              </a:spcAft>
              <a:defRPr sz="1100" b="0">
                <a:solidFill>
                  <a:srgbClr val="F8FAFC"/>
                </a:solidFill>
              </a:defRPr>
            </a:pPr>
            <a:r>
              <a:t>• No SQL queries inside view files (UI only presents and asks).</a:t>
            </a:r>
          </a:p>
          <a:p>
            <a:pPr>
              <a:spcAft>
                <a:spcPts val="800"/>
              </a:spcAft>
              <a:defRPr sz="1100" b="0">
                <a:solidFill>
                  <a:srgbClr val="F8FAFC"/>
                </a:solidFill>
              </a:defRPr>
            </a:pPr>
            <a:r>
              <a:t>• Services hold business rules (stock math, SKU uniqueness, diffs).</a:t>
            </a:r>
          </a:p>
          <a:p>
            <a:pPr>
              <a:spcAft>
                <a:spcPts val="800"/>
              </a:spcAft>
              <a:defRPr sz="1100" b="0">
                <a:solidFill>
                  <a:srgbClr val="F8FAFC"/>
                </a:solidFill>
              </a:defRPr>
            </a:pPr>
            <a:r>
              <a:t>• Validators stop bad data at the front door before DB is touched.</a:t>
            </a:r>
          </a:p>
          <a:p>
            <a:pPr>
              <a:spcAft>
                <a:spcPts val="800"/>
              </a:spcAft>
              <a:defRPr sz="1100" b="0">
                <a:solidFill>
                  <a:srgbClr val="F8FAFC"/>
                </a:solidFill>
              </a:defRPr>
            </a:pPr>
            <a:r>
              <a:t>• Database layer manages connections, transactions, and foreign keys.</a:t>
            </a:r>
          </a:p>
          <a:p>
            <a:pPr>
              <a:spcAft>
                <a:spcPts val="800"/>
              </a:spcAft>
              <a:defRPr sz="1100" b="0">
                <a:solidFill>
                  <a:srgbClr val="F8FAFC"/>
                </a:solidFill>
              </a:defRPr>
            </a:pPr>
            <a:r>
              <a:t>• Benefits for Viva: Easy to explain, easy to debug, high marks for modularity.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1 — SETUP &amp; SRS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Database Design: Relational Schema &amp; Integrity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SQLite3 with WAL mode, foreign key enforcement, and check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TABLE: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product_id (UK), name, category, sku (UK), quantity CHECK(&gt;=0), unit_price CHECK(&gt;0), reorder_level, supplier_name, timestamps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TABLE: stock_movements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5740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id, product_id (FK), movement_type (IN/OUT/ADJUSTMENT/INITIAL), quantity_change, previous_quantity, new_quantity CHECK(&gt;=0), reason, timestamp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0896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186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TABLE: audit_logs (Q07)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204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id, entity_type, entity_id, action (CREATE/UPDATE/DELETE/STOCK_ADJUSTMENT), old_values (JSON), new_values (JSON), reason, timestamp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1868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TABLE: defects (Checksheet)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5204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id, defect_code (UK), category, description, severity (Low/Med/High/Critical), occurrence_count, status, corrective_action, 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68172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TABLE: fmea_items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9834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id, process_step, failure_mode, failure_effect, potential_cause, controls, severity (1-10), occurrence (1-10), detection (1-10), rpn (S*O*D), action, owner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57200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68172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TABLE: pdca_records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98348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8FAFC"/>
                </a:solidFill>
              </a:defRPr>
            </a:pPr>
            <a:r>
              <a:t>id, title, stage (PLAN/DO/CHECK/ACT), problem_statement, plan_description, do_action, expected_result, actual_result, verification, standardization, owner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2 — CRUD &amp; 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Review 2: Working Application &amp;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Live SQLite relational metrics, dynamic KPI cards, and recent audit activity feed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pic>
        <p:nvPicPr>
          <p:cNvPr id="8" name="Picture 7" descr="dashboard_ui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183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2 — CRUD &amp; 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Animated Category Valuation Breakdown 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Smooth cubic ease-out growth animation and interactive hover tooltips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pic>
        <p:nvPicPr>
          <p:cNvPr id="8" name="Picture 7" descr="category_valuati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75564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CHART INNOVATIONS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Cubic Ease-Out Growth: Bars animate smoothly from height 0 on dashboard load and refresh.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Interactive Hover Tooltips: Moving cursor over any bar reveals exact valuation ($), percentage share, and inventory counts.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Visual Bar Highlighting: Hovered bar illuminates while other bars softly dim for focus.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Dynamic SQLite Updates: Chart recalculates valuation automatically after every stock adjustment.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2 — CRUD &amp; 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Product Catalog CRUD &amp; Input Masking (Q07)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Enforcing data accuracy at the source through automated input gates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pic>
        <p:nvPicPr>
          <p:cNvPr id="8" name="Picture 7" descr="crud_poka_yok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2 — CRUD &amp; 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Audited Stock Adjustments &amp; Movement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Formula: Valuation = Sum(Qty * Price) • Mandatory Reasons &amp; Confirmation Modals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STOCK ADJUSTMENT WIZARD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1. Product Selection: Pick product via autocomplete or dropdown.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2. Verified Physical Count: Enter new count (Integer &gt;= 0).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3. Live Variance Preview: System displays real-time delta (+/- units) with color indicators (green for receipt, red for write-off).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4. Mandatory Audit Reason: Controlled selection from standard reasons (Audit Correction, Damaged Write-off, Customer Return).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5. Confirmation Modal: Displays before/after summary before DB commit.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DISCRETE STOCK MOVEMENTS LEDGER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Complete Historical Movement Ledger: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INITIAL: Initial stock baseline loading.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IN: Stock receipt and upward audit corrections.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OUT: Damaged write-off, disposal, internal dispatch.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ADJUSTMENT: Verified cycle count reconciliation.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Immutable Record Attributes: Timestamp (UTC), Product ID, Movement Type, Quantity Delta, Previous Qty, New Qty, and Reason.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Zero Orphaned Records: Foreign key cascade guarantees data integrity.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2 — CRUD &amp; 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Immutable Transactional Audit Trail (Q07)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Dedicated audit_logs table storing structured JSON snapshots of old &amp; new values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AUDIT LOG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Dedicated Table: audit_logs (id, entity_type, entity_id, action, old_values, new_values, reason, timestamp).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Actions Captured: CREATE, UPDATE, DELETE, and STOCK_ADJUSTMENT.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Atomic Multi-Table Commit: The product modification and audit log are saved in the same SQLite transaction.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Rollback Guarantee: If audit write fails, product write rolls back. Zero untracked changes.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Read-Only Protection: No edit or delete controls exposed to users in the GUI.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SIDE-BY-SIDE JSON DIFF INSPECTOR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8BDF8"/>
                </a:solidFill>
                <a:latin typeface="Consolas"/>
              </a:defRPr>
            </a:pPr>
            <a:r>
              <a:t>PREVIOUS VALUES (OLD - JSON):</a:t>
            </a:r>
            <a:br/>
            <a:r>
              <a:t>{</a:t>
            </a:r>
            <a:br/>
            <a:r>
              <a:t>  "quantity": 35,</a:t>
            </a:r>
            <a:br/>
            <a:r>
              <a:t>  "unit_price": 1250.00</a:t>
            </a:r>
            <a:br/>
            <a:r>
              <a:t>}</a:t>
            </a:r>
            <a:br/>
            <a:br/>
            <a:r>
              <a:t>APPLIED VALUES (NEW - JSON):</a:t>
            </a:r>
            <a:br/>
            <a:r>
              <a:t>{</a:t>
            </a:r>
            <a:br/>
            <a:r>
              <a:t>  "quantity": 45,</a:t>
            </a:r>
            <a:br/>
            <a:r>
              <a:t>  "unit_price": 1300.00</a:t>
            </a:r>
            <a:br/>
            <a:r>
              <a:t>}</a:t>
            </a:r>
            <a:br/>
            <a:br/>
            <a:r>
              <a:t>Reason: Supplier price adjustment and audit count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TQM QUALITY &amp; ANALYTICS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Critical to Quality (CTQ) 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Live compliance verification across 5 measurable data accuracy characteristics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pic>
        <p:nvPicPr>
          <p:cNvPr id="8" name="Picture 7" descr="ctq_score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75564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CTQ METRICS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</a:defRPr>
            </a:pPr>
            <a:r>
              <a:t>CTQ-1: Stock Quantity Integrity -&gt; 100% Non-negative integer compliance [PASS]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</a:defRPr>
            </a:pPr>
            <a:r>
              <a:t>CTQ-2: Identifier Uniqueness -&gt; 100% Unique SKU ratio across all catalog items [PASS]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</a:defRPr>
            </a:pPr>
            <a:r>
              <a:t>CTQ-3: Data Completeness -&gt; 100% Zero blank mandatory fields [PASS]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</a:defRPr>
            </a:pPr>
            <a:r>
              <a:t>CTQ-4: Category Standardization -&gt; 100% Conformance to 6 master taxonomies [PASS]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</a:defRPr>
            </a:pPr>
            <a:r>
              <a:t>CTQ-5: Audit Traceability -&gt; &gt;= 100% Transactional change coverage [PASS]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TQM QUALITY &amp; ANALYTICS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TQM Pareto Analysis (80/20 Rule)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Prioritizing the vital few defect root causes using empirical checksheet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pic>
        <p:nvPicPr>
          <p:cNvPr id="8" name="Picture 7" descr="pareto_analysi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3891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645920"/>
            <a:ext cx="356616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75564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THE 80/20 PRINCIPLE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</a:defRPr>
            </a:pPr>
            <a:r>
              <a:t>Vital Few Identified: Invalid Input (28) and Stock Mismatch (19) account for 62% of historical errors.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</a:defRPr>
            </a:pPr>
            <a:r>
              <a:t>80% Cutoff Threshold: Green dashed reference line separates vital root causes from useful many.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</a:defRPr>
            </a:pPr>
            <a:r>
              <a:t>Interactive Tooltips: Hovering over bars displays exact frequencies, cumulative %, and classification.</a:t>
            </a:r>
          </a:p>
          <a:p>
            <a:pPr>
              <a:spcAft>
                <a:spcPts val="1000"/>
              </a:spcAft>
              <a:defRPr sz="1050">
                <a:solidFill>
                  <a:srgbClr val="F8FAFC"/>
                </a:solidFill>
              </a:defRPr>
            </a:pPr>
            <a:r>
              <a:t>Closed Quality Loop: Defect checksheets directly feed Pareto chart, focusing engineering remediation.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TQM QUALITY &amp; ANALYTICS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Ishikawa (Fishbone) 4M Cause-and-Effect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Systematic root-cause exploration across People, Process, Software Code, and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pic>
        <p:nvPicPr>
          <p:cNvPr id="8" name="Picture 7" descr="fishbo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5920"/>
            <a:ext cx="996696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TQM QUALITY &amp; ANALYTICS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Failure Mode and Effects Analysis (FMEA)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Formula: RPN = Severity * Occurrence * Detection (1-10 Scale)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1188720"/>
                <a:gridCol w="2651760"/>
                <a:gridCol w="1188720"/>
                <a:gridCol w="1371600"/>
              </a:tblGrid>
              <a:tr h="7315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</a:defRPr>
                      </a:pPr>
                      <a:r>
                        <a:t>Process Step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</a:defRPr>
                      </a:pPr>
                      <a:r>
                        <a:t>Potential Failure Mode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</a:defRPr>
                      </a:pPr>
                      <a:r>
                        <a:t>Pre RPN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</a:defRPr>
                      </a:pPr>
                      <a:r>
                        <a:t>Q07 Poka-Yoke Safeguard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</a:defRPr>
                      </a:pPr>
                      <a:r>
                        <a:t>Post RPN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8FAFC"/>
                          </a:solidFill>
                        </a:defRPr>
                      </a:pPr>
                      <a:r>
                        <a:t>Risk Drop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Product Registration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Malformed SKU Code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252 (High)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Regex Mask &amp; SQLite UNIQUE check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7 (Low)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-97.2%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Stock Receipt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Negative Quantity Entry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200 (High)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Integer parser &amp; SQLite CHECK (qty&gt;=0)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8 (Low)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-96.0%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Category Assignment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Spelling Inconsistency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175 (Med)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Controlled 6-category dropdown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5 (Low)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-97.1%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Product Deletion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Accidental Catalog Delete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162 (Med)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Confirmation modal with item summary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18 (Low)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-88.9%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Stock Adjustment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Unaccounted Variance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128 (Med)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Mandatory reason &amp; JSON audit diff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8 (Low)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</a:defRPr>
                      </a:pPr>
                      <a:r>
                        <a:t>-93.8%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TQM QUALITY &amp; ANALYTICS 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Closed Quality Loop: Logs -&gt; FMEA -&gt; PDCA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Connecting daily operational transactions with Deming continuous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3774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1. USER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Clerk enters data or executes stock adjustment.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645920"/>
            <a:ext cx="23774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7556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2. LOG EMISSION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audit_logs and defects record event &amp; validation rejects.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3774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7556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3. STATISTICAL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Pareto 80/20 &amp; CTQ Scorecard aggregate defect frequencies.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645920"/>
            <a:ext cx="23774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55648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4. PDCA CONTINUOUS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1945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PLAN, DO, CHECK, ACT cycles standardize architectural safeguards.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106984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416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PDCA 4-STAGE CONTINUOUS IMPROVEMENT IN PRACTICE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3891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PLAN: Identify high rate of input typos and duplicate SKUs causing stock variances.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DO: Implement ProductValidator regex masking and controlled Category OptionMenu dropdown.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CHECK: Verify 100% rejection rate in automated pytest suite and inspect zero duplicate entries in live audit logs.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ACT: Standardize ProductValidator as mandatory gatekeeper for all data endpoints across system.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REVIEW 2 — CRUD &amp; 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Automated Testing &amp; Data Quality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Comprehensive pytest test suite guaranteeing reliability and zero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42 / 42 PASSED (100%)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Complete automated test suite passing in 0.58 seconds with zero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55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ZERO TEST POLLUTION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94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Tests run on ephemeral temporary SQLite databases via pytest tmp_path fixture.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41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POKA-YOKE BOUNDARIES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Extensive test coverage of negative numbers, invalid strings, malformed SKUs.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4041648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ACID ROLLBACK PROVEN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8056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Verified that failed multi-table transactions roll back both data and audit rows.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VIVA VOCE DEFENSE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Summary &amp; The Golden Viva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The master summary sentence that synthesizes the entire engineering achievement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Student: Dheeraj Khetwal | Course: BBAT104 — Fundamentals of TQM | Quality Goal: Q07 — Improve Data Accuracy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THE GOLDEN SENTENCE FOR VIVA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</a:defRPr>
            </a:pPr>
            <a:r>
              <a:t>"The UI never writes SQL.</a:t>
            </a:r>
            <a:br/>
            <a:r>
              <a:t>Poka-Yoke validation stops bad data at the front gate.</a:t>
            </a:r>
            <a:br/>
            <a:r>
              <a:t>Every catalog and stock change is transactionally audited in JSON.</a:t>
            </a:r>
            <a:br/>
            <a:r>
              <a:t>And operational logs continuously feed live Pareto, FMEA, and PDCA continuous improvement."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22452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PROJECT DELIVERABLES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✓ Working Python Desktop Application (CustomTkinter + SQLite3 + Matplotlib)</a:t>
            </a:r>
            <a:br/>
            <a:r>
              <a:t>✓ All 5 Mandatory Q07 Features Implemented &amp; Tested</a:t>
            </a:r>
            <a:br/>
            <a:r>
              <a:t>✓ 42 Automated pytest test cases passing in 0.58s</a:t>
            </a:r>
            <a:br/>
            <a:r>
              <a:t>✓ 11 Complete Documentation Deliverables (SRS, Architecture, DB Design, SIPOC, FMEA, CTQ, PDCA, Manual)</a:t>
            </a:r>
            <a:br/>
            <a:r>
              <a:t>✓ Clean Git Repository pushed to GitHub: https://github.com/dheeraj0204/Inventory-Management-System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